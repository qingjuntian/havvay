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2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14400"/>
            <a:ext cx="10515600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POST /query/stream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27632"/>
            <a:ext cx="9875520" cy="4114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500" b="1">
                <a:solidFill>
                  <a:srgbClr val="BEE0DE"/>
                </a:solidFill>
                <a:latin typeface="Aptos"/>
              </a:rPr>
              <a:t>Code architecture and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331720"/>
            <a:ext cx="8046720" cy="7132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A focused trace of request validation, context assembly, SSE delivery,</a:t>
            </a:r>
            <a:br/>
            <a:r>
              <a:t>and the long-running task branch.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4160520"/>
            <a:ext cx="2926080" cy="868680"/>
          </a:xfrm>
          <a:prstGeom prst="roundRect">
            <a:avLst/>
          </a:prstGeom>
          <a:solidFill>
            <a:srgbClr val="00756E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source of truth</a:t>
            </a:r>
            <a:br/>
            <a:r>
              <a:t>src/main.py::query_stream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4160520"/>
            <a:ext cx="2926080" cy="868680"/>
          </a:xfrm>
          <a:prstGeom prst="roundRect">
            <a:avLst/>
          </a:prstGeom>
          <a:solidFill>
            <a:srgbClr val="B25314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two execution modes</a:t>
            </a:r>
            <a:br/>
            <a:r>
              <a:t>foreground stream | queued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5472" y="4160520"/>
            <a:ext cx="2926080" cy="868680"/>
          </a:xfrm>
          <a:prstGeom prst="roundRect">
            <a:avLst/>
          </a:prstGeom>
          <a:solidFill>
            <a:srgbClr val="1F6699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wire format</a:t>
            </a:r>
            <a:br/>
            <a:r>
              <a:t>text/event-stream +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2743200" cy="2286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200" b="0">
                <a:solidFill>
                  <a:srgbClr val="BEE0DE"/>
                </a:solidFill>
                <a:latin typeface="Aptos"/>
              </a:rPr>
              <a:t>17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1. Contract at 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The endpoint is an HTTP POST that returns a stream of independently parseable SSE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554480"/>
            <a:ext cx="2286000" cy="914400"/>
          </a:xfrm>
          <a:prstGeom prst="roundRect">
            <a:avLst/>
          </a:prstGeom>
          <a:solidFill>
            <a:srgbClr val="163248"/>
          </a:solidFill>
          <a:ln w="19050">
            <a:solidFill>
              <a:srgbClr val="16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Client request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06040"/>
            <a:ext cx="2057400" cy="7315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17232B"/>
                </a:solidFill>
                <a:latin typeface="Aptos"/>
              </a:rPr>
              <a:t>{"prompt": "...",</a:t>
            </a:r>
            <a:br/>
            <a:r>
              <a:t> "session_id": "demo"}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011680"/>
            <a:ext cx="777240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1554480"/>
            <a:ext cx="2240280" cy="91440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163248"/>
                </a:solidFill>
                <a:latin typeface="Aptos"/>
              </a:rPr>
              <a:t>FastAPI</a:t>
            </a:r>
            <a:br/>
            <a:r>
              <a:t>StreamingResponse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011680"/>
            <a:ext cx="777240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720840" y="1554480"/>
            <a:ext cx="2880360" cy="91440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SSE response</a:t>
            </a:r>
            <a:br/>
            <a:r>
              <a:t>media_type: text/event-stream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0" y="2011680"/>
            <a:ext cx="777240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058400" y="1554480"/>
            <a:ext cx="1508760" cy="91440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UI / CLI</a:t>
            </a:r>
            <a:br/>
            <a:r>
              <a:t>reads until final or error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5074920" cy="10515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0">
                <a:solidFill>
                  <a:srgbClr val="17232B"/>
                </a:solidFill>
                <a:latin typeface="Aptos"/>
              </a:rPr>
              <a:t>Each record is emitted as:  data: {JSON}</a:t>
            </a:r>
            <a:br/>
            <a:br/>
            <a:r>
              <a:t>The server keeps the connection alive with heartbeat events while a queued task is idle.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273552"/>
            <a:ext cx="1051560" cy="438912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status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3273552"/>
            <a:ext cx="1051560" cy="438912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chunk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3273552"/>
            <a:ext cx="1051560" cy="438912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final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38360" y="3273552"/>
            <a:ext cx="1051560" cy="438912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840480"/>
            <a:ext cx="45720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1">
                <a:solidFill>
                  <a:srgbClr val="163248"/>
                </a:solidFill>
                <a:latin typeface="Aptos"/>
              </a:rPr>
              <a:t>Core event vocabulary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4133087"/>
            <a:ext cx="4892040" cy="12344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600" b="0">
                <a:solidFill>
                  <a:srgbClr val="17232B"/>
                </a:solidFill>
                <a:latin typeface="Aptos"/>
              </a:rPr>
              <a:t>status: started | retrieving_context | generating</a:t>
            </a:r>
            <a:br/>
            <a:r>
              <a:t>chunk: content fragment from the model</a:t>
            </a:r>
            <a:br/>
            <a:r>
              <a:t>final: completed content, session_id, usage</a:t>
            </a:r>
            <a:br/>
            <a:r>
              <a:t>error: safe client-facing failure message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2. Request lifecycle: the controlling code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This is the order in which src/main.py::query_stream evaluates and emits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00200"/>
            <a:ext cx="502920" cy="502920"/>
          </a:xfrm>
          <a:prstGeom prst="roundRect">
            <a:avLst/>
          </a:prstGeom>
          <a:solidFill>
            <a:srgbClr val="1F6699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819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Create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8562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new_request()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600200"/>
            <a:ext cx="502920" cy="502920"/>
          </a:xfrm>
          <a:prstGeom prst="roundRect">
            <a:avLst/>
          </a:prstGeom>
          <a:solidFill>
            <a:srgbClr val="1F6699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7488" y="15819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Announce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18562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status: started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4" y="1600200"/>
            <a:ext cx="502920" cy="502920"/>
          </a:xfrm>
          <a:prstGeom prst="roundRect">
            <a:avLst/>
          </a:prstGeom>
          <a:solidFill>
            <a:srgbClr val="B25314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15819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Protect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18562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safety.validate()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429000"/>
            <a:ext cx="502920" cy="502920"/>
          </a:xfrm>
          <a:prstGeom prst="roundRect">
            <a:avLst/>
          </a:prstGeom>
          <a:solidFill>
            <a:srgbClr val="B25314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4107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6850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is_long_running_prompt()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25696" y="3429000"/>
            <a:ext cx="502920" cy="502920"/>
          </a:xfrm>
          <a:prstGeom prst="roundRect">
            <a:avLst/>
          </a:prstGeom>
          <a:solidFill>
            <a:srgbClr val="00756E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4107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Choose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36850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queue or foreground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4" y="3429000"/>
            <a:ext cx="502920" cy="502920"/>
          </a:xfrm>
          <a:prstGeom prst="roundRect">
            <a:avLst/>
          </a:prstGeom>
          <a:solidFill>
            <a:srgbClr val="00756E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3410712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4816" y="3685032"/>
            <a:ext cx="182880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400" b="0">
                <a:solidFill>
                  <a:srgbClr val="17232B"/>
                </a:solidFill>
                <a:latin typeface="Aptos"/>
              </a:rPr>
              <a:t>final + memory writes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0" y="1856231"/>
            <a:ext cx="1664208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510528" y="1856231"/>
            <a:ext cx="1664208" cy="0"/>
          </a:xfrm>
          <a:prstGeom prst="line">
            <a:avLst/>
          </a:prstGeom>
          <a:ln w="2540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43200" y="3685032"/>
            <a:ext cx="1664208" cy="0"/>
          </a:xfrm>
          <a:prstGeom prst="line">
            <a:avLst/>
          </a:prstGeom>
          <a:ln w="2540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510528" y="3685032"/>
            <a:ext cx="1664208" cy="0"/>
          </a:xfrm>
          <a:prstGeom prst="line">
            <a:avLst/>
          </a:prstGeom>
          <a:ln w="2540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828800" y="2487168"/>
            <a:ext cx="0" cy="941832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5596128" y="2487168"/>
            <a:ext cx="0" cy="941832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9363456" y="2487168"/>
            <a:ext cx="0" cy="941832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77240" y="5669280"/>
            <a:ext cx="106984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Important boundary: validation happens before the long-running decision. The foreground path never enters TaskQueue.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3. Foreground data flow: build the model input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For an ordinary prompt, the endpoint gathers context before opening the model stream.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93392"/>
            <a:ext cx="1600200" cy="68580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validated prompt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2331720"/>
            <a:ext cx="594360" cy="0"/>
          </a:xfrm>
          <a:prstGeom prst="line">
            <a:avLst/>
          </a:prstGeom>
          <a:ln w="2540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88920" y="1417320"/>
            <a:ext cx="1828800" cy="96012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SessionMemory</a:t>
            </a:r>
            <a:br/>
            <a:r>
              <a:t>get(session_id)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2971800"/>
            <a:ext cx="1828800" cy="96012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LongTermMemory</a:t>
            </a:r>
            <a:br/>
            <a:r>
              <a:t>search(prompt, top_k=2)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617720" y="1901952"/>
            <a:ext cx="868680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617720" y="3456432"/>
            <a:ext cx="868680" cy="0"/>
          </a:xfrm>
          <a:prstGeom prst="line">
            <a:avLst/>
          </a:prstGeom>
          <a:ln w="2540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86400" y="1993392"/>
            <a:ext cx="2148840" cy="86868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follow-up?</a:t>
            </a:r>
            <a:br/>
            <a:r>
              <a:t>_is_follow_up(prompt, history)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2423160"/>
            <a:ext cx="667512" cy="0"/>
          </a:xfrm>
          <a:prstGeom prst="line">
            <a:avLst/>
          </a:prstGeom>
          <a:ln w="2540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302752" y="1417320"/>
            <a:ext cx="2240280" cy="1115568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Retriever</a:t>
            </a:r>
            <a:br/>
            <a:r>
              <a:t>retrieve(prompt, top_k=3)</a:t>
            </a:r>
            <a:br/>
            <a:r>
              <a:t>only when not follow-up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3886200"/>
            <a:ext cx="5056632" cy="868680"/>
          </a:xfrm>
          <a:prstGeom prst="roundRect">
            <a:avLst/>
          </a:prstGeom>
          <a:solidFill>
            <a:srgbClr val="163248"/>
          </a:solidFill>
          <a:ln w="19050">
            <a:solidFill>
              <a:srgbClr val="16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prompt assembly</a:t>
            </a:r>
            <a:br/>
            <a:r>
              <a:t>history + memory + documents + current message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65392" y="2862072"/>
            <a:ext cx="0" cy="1024128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18320" y="2532888"/>
            <a:ext cx="0" cy="1353312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14400" y="5349240"/>
            <a:ext cx="1024128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The assembled string is passed to iter_model_stream(full). It is the single model input for the foreground branch.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4. Foreground stream: SSE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The client sees progress first, then model chunks, then one terminal record.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515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515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1">
                <a:solidFill>
                  <a:srgbClr val="163248"/>
                </a:solidFill>
                <a:latin typeface="Aptos"/>
              </a:rPr>
              <a:t>client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45920" y="1965960"/>
            <a:ext cx="9509760" cy="0"/>
          </a:xfrm>
          <a:prstGeom prst="line">
            <a:avLst/>
          </a:prstGeom>
          <a:ln w="1905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645920" y="4663440"/>
            <a:ext cx="9509760" cy="0"/>
          </a:xfrm>
          <a:prstGeom prst="line">
            <a:avLst/>
          </a:prstGeom>
          <a:ln w="1905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828800" y="1481328"/>
            <a:ext cx="1143000" cy="86868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status</a:t>
            </a:r>
            <a:br/>
            <a:r>
              <a:t>started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95728" y="2359152"/>
            <a:ext cx="0" cy="1892808"/>
          </a:xfrm>
          <a:prstGeom prst="line">
            <a:avLst/>
          </a:prstGeom>
          <a:ln w="1905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703320" y="1481328"/>
            <a:ext cx="1143000" cy="86868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status</a:t>
            </a:r>
            <a:br/>
            <a:r>
              <a:t>retrieving_context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270248" y="2359152"/>
            <a:ext cx="0" cy="1892808"/>
          </a:xfrm>
          <a:prstGeom prst="line">
            <a:avLst/>
          </a:prstGeom>
          <a:ln w="1905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715000" y="1481328"/>
            <a:ext cx="1143000" cy="8686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status</a:t>
            </a:r>
            <a:br/>
            <a:r>
              <a:t>generating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81928" y="2359152"/>
            <a:ext cx="0" cy="1892808"/>
          </a:xfrm>
          <a:prstGeom prst="line">
            <a:avLst/>
          </a:prstGeom>
          <a:ln w="1905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481328"/>
            <a:ext cx="1143000" cy="8686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chunk</a:t>
            </a:r>
            <a:br/>
            <a:r>
              <a:t>content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19288" y="2359152"/>
            <a:ext cx="0" cy="1892808"/>
          </a:xfrm>
          <a:prstGeom prst="line">
            <a:avLst/>
          </a:prstGeom>
          <a:ln w="1905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32520" y="1481328"/>
            <a:ext cx="1143000" cy="8686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chunk</a:t>
            </a:r>
            <a:br/>
            <a:r>
              <a:t>content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99448" y="2359152"/>
            <a:ext cx="0" cy="1892808"/>
          </a:xfrm>
          <a:prstGeom prst="line">
            <a:avLst/>
          </a:prstGeom>
          <a:ln w="19050">
            <a:solidFill>
              <a:srgbClr val="0075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58400" y="1481328"/>
            <a:ext cx="1143000" cy="86868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400" b="1">
                <a:solidFill>
                  <a:srgbClr val="163248"/>
                </a:solidFill>
                <a:latin typeface="Aptos"/>
              </a:rPr>
              <a:t>final</a:t>
            </a:r>
            <a:br/>
            <a:r>
              <a:t>content + usage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25328" y="2359152"/>
            <a:ext cx="0" cy="1892808"/>
          </a:xfrm>
          <a:prstGeom prst="line">
            <a:avLst/>
          </a:prstGeom>
          <a:ln w="1905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321808"/>
            <a:ext cx="10241280" cy="5029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0">
                <a:solidFill>
                  <a:srgbClr val="17232B"/>
                </a:solidFill>
                <a:latin typeface="Aptos"/>
              </a:rPr>
              <a:t>iter_model_stream(full) yields one provider delta at a time. The endpoint forwards each delta as its own chunk event and concatenates the same chunks for the final payload.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5. Long-running branch: stream task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A long-running prompt uses the same endpoint but changes the producer from the model to TaskQueue events.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2011680" cy="86868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validated prompt</a:t>
            </a:r>
            <a:br/>
            <a:r>
              <a:t>classified long-running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06040" y="2578608"/>
            <a:ext cx="685800" cy="0"/>
          </a:xfrm>
          <a:prstGeom prst="line">
            <a:avLst/>
          </a:prstGeom>
          <a:ln w="2540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2148840"/>
            <a:ext cx="2103120" cy="86868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TaskQueue.submit()</a:t>
            </a:r>
            <a:br/>
            <a:r>
              <a:t>returns task_id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394960" y="2578608"/>
            <a:ext cx="685800" cy="0"/>
          </a:xfrm>
          <a:prstGeom prst="line">
            <a:avLst/>
          </a:prstGeom>
          <a:ln w="25400">
            <a:solidFill>
              <a:srgbClr val="972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80760" y="2148840"/>
            <a:ext cx="2240280" cy="86868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subscribe(task_id)</a:t>
            </a:r>
            <a:br/>
            <a:r>
              <a:t>replay history + live events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321040" y="2578608"/>
            <a:ext cx="685800" cy="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006840" y="2148840"/>
            <a:ext cx="2194560" cy="8686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SSE client</a:t>
            </a:r>
            <a:br/>
            <a:r>
              <a:t>status /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18288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63248"/>
                </a:solidFill>
                <a:latin typeface="Aptos"/>
              </a:rPr>
              <a:t>While waiting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87952"/>
            <a:ext cx="2834640" cy="65836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17232B"/>
                </a:solidFill>
                <a:latin typeface="Aptos"/>
              </a:rPr>
              <a:t>subscriber.get(timeout=15)</a:t>
            </a:r>
            <a:br/>
            <a:r>
              <a:t>no event for 15 seconds -&gt; 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840480"/>
            <a:ext cx="210312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800" b="1">
                <a:solidFill>
                  <a:srgbClr val="163248"/>
                </a:solidFill>
                <a:latin typeface="Aptos"/>
              </a:rPr>
              <a:t>Terminal states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187952"/>
            <a:ext cx="3794760" cy="9601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17232B"/>
                </a:solidFill>
                <a:latin typeface="Aptos"/>
              </a:rPr>
              <a:t>completed -&gt; read task results -&gt; final</a:t>
            </a:r>
            <a:br/>
            <a:r>
              <a:t>failed -&gt; error event</a:t>
            </a:r>
            <a:br/>
            <a:r>
              <a:t>finally -&gt; unsubscribe(task_id, subscriber)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3840480"/>
            <a:ext cx="2880360" cy="12344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TaskQueue runs the background worker, which calls Agent.plan_and_execute(prompt, session_id) in a ThreadPoolExecutor. It publishes queued, running, progress, completed, or failed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6. Code architecture: ownership by module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The endpoint coordinates; each neighboring module owns one part of the data transformation.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423160" cy="1097280"/>
          </a:xfrm>
          <a:prstGeom prst="roundRect">
            <a:avLst/>
          </a:prstGeom>
          <a:solidFill>
            <a:srgbClr val="163248"/>
          </a:solidFill>
          <a:ln w="19050">
            <a:solidFill>
              <a:srgbClr val="1632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src/main.py</a:t>
            </a:r>
            <a:br/>
            <a:r>
              <a:t>query_stream()</a:t>
            </a:r>
            <a:br/>
            <a:r>
              <a:t>SSE protocol + branching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08760"/>
            <a:ext cx="2423160" cy="109728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src/safety.py</a:t>
            </a:r>
            <a:br/>
            <a:r>
              <a:t>SafetyLayer.validate()</a:t>
            </a:r>
            <a:br/>
            <a:r>
              <a:t>reject unsafe input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2423160" cy="10972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src/memory.py</a:t>
            </a:r>
            <a:br/>
            <a:r>
              <a:t>SessionMemory +</a:t>
            </a:r>
            <a:br/>
            <a:r>
              <a:t>LongTermMemory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98280" y="1508760"/>
            <a:ext cx="2423160" cy="109728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src/retriever.py</a:t>
            </a:r>
            <a:br/>
            <a:r>
              <a:t>Retriever.retrieve()</a:t>
            </a:r>
            <a:br/>
            <a:r>
              <a:t>Qdrant or fallback docs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3840480"/>
            <a:ext cx="2743200" cy="1097280"/>
          </a:xfrm>
          <a:prstGeom prst="roundRect">
            <a:avLst/>
          </a:prstGeom>
          <a:solidFill>
            <a:srgbClr val="E0F2EF"/>
          </a:solidFill>
          <a:ln w="19050">
            <a:solidFill>
              <a:srgbClr val="0075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src/agent.py</a:t>
            </a:r>
            <a:br/>
            <a:r>
              <a:t>iter_model_stream()</a:t>
            </a:r>
            <a:br/>
            <a:r>
              <a:t>provider chunks + usage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06640" y="3840480"/>
            <a:ext cx="2743200" cy="109728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src/task_queue.py</a:t>
            </a:r>
            <a:br/>
            <a:r>
              <a:t>submit / subscribe / get</a:t>
            </a:r>
            <a:br/>
            <a:r>
              <a:t>process-local events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10512" y="2606040"/>
            <a:ext cx="1554480" cy="1234440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97480" y="2606040"/>
            <a:ext cx="667512" cy="1234440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364992" y="2606040"/>
            <a:ext cx="4087368" cy="1234440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8778240" y="2606040"/>
            <a:ext cx="1536192" cy="1234440"/>
          </a:xfrm>
          <a:prstGeom prst="line">
            <a:avLst/>
          </a:prstGeom>
          <a:ln w="25400">
            <a:solidFill>
              <a:srgbClr val="80949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97480" y="2606040"/>
            <a:ext cx="6080760" cy="1234440"/>
          </a:xfrm>
          <a:prstGeom prst="line">
            <a:avLst/>
          </a:prstGeom>
          <a:ln w="25400">
            <a:solidFill>
              <a:srgbClr val="972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960" y="5669280"/>
            <a:ext cx="1060704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ctr"/>
            <a:r>
              <a:rPr sz="1700" b="1">
                <a:solidFill>
                  <a:srgbClr val="163248"/>
                </a:solidFill>
                <a:latin typeface="Aptos"/>
              </a:rPr>
              <a:t>Shared contract: query_stream owns event shape and lifecycle; the collaborators return data or produce events without knowing the HTTP response.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155680" cy="43891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2800" b="1">
                <a:solidFill>
                  <a:srgbClr val="163248"/>
                </a:solidFill>
                <a:latin typeface="Aptos"/>
              </a:rPr>
              <a:t>7. Failure paths and test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972800" cy="29260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500" b="0">
                <a:solidFill>
                  <a:srgbClr val="17232B"/>
                </a:solidFill>
                <a:latin typeface="Aptos"/>
              </a:rPr>
              <a:t>Errors remain inside the stream as safe JSON events; the tests exercise both ordinary and queued behavior.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69848"/>
            <a:ext cx="11109960" cy="32004"/>
          </a:xfrm>
          <a:prstGeom prst="rect">
            <a:avLst/>
          </a:prstGeom>
          <a:solidFill>
            <a:srgbClr val="007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502920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000" b="0">
                <a:solidFill>
                  <a:srgbClr val="163248"/>
                </a:solidFill>
                <a:latin typeface="Aptos"/>
              </a:rPr>
              <a:t>Agent Starter | Query and stream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73952"/>
            <a:ext cx="502920" cy="1828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r"/>
            <a:r>
              <a:rPr sz="1000" b="0">
                <a:solidFill>
                  <a:srgbClr val="163248"/>
                </a:solidFill>
                <a:latin typeface="Aptos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2240280" cy="77724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UnsafePromptError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554480"/>
            <a:ext cx="2240280" cy="77724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RuntimeError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54480"/>
            <a:ext cx="2240280" cy="77724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unexpected Exception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1554480"/>
            <a:ext cx="2240280" cy="77724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3248"/>
                </a:solidFill>
                <a:latin typeface="Aptos"/>
              </a:rPr>
              <a:t>15 s queue idle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10512" y="2331720"/>
            <a:ext cx="0" cy="640080"/>
          </a:xfrm>
          <a:prstGeom prst="line">
            <a:avLst/>
          </a:prstGeom>
          <a:ln w="25400">
            <a:solidFill>
              <a:srgbClr val="B253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370832" y="2331720"/>
            <a:ext cx="0" cy="640080"/>
          </a:xfrm>
          <a:prstGeom prst="line">
            <a:avLst/>
          </a:prstGeom>
          <a:ln w="25400">
            <a:solidFill>
              <a:srgbClr val="972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931152" y="2331720"/>
            <a:ext cx="0" cy="640080"/>
          </a:xfrm>
          <a:prstGeom prst="line">
            <a:avLst/>
          </a:prstGeom>
          <a:ln w="25400">
            <a:solidFill>
              <a:srgbClr val="972C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491472" y="2331720"/>
            <a:ext cx="0" cy="640080"/>
          </a:xfrm>
          <a:prstGeom prst="line">
            <a:avLst/>
          </a:prstGeom>
          <a:ln w="25400">
            <a:solidFill>
              <a:srgbClr val="1F66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85800" y="2971800"/>
            <a:ext cx="2240280" cy="868680"/>
          </a:xfrm>
          <a:prstGeom prst="roundRect">
            <a:avLst/>
          </a:prstGeom>
          <a:solidFill>
            <a:srgbClr val="FCEDDC"/>
          </a:solidFill>
          <a:ln w="19050">
            <a:solidFill>
              <a:srgbClr val="B253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error</a:t>
            </a:r>
            <a:br/>
            <a:r>
              <a:t>message: validation detail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46120" y="2971800"/>
            <a:ext cx="2240280" cy="86868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error</a:t>
            </a:r>
            <a:br/>
            <a:r>
              <a:t>message: Upstream agent service failed.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971800"/>
            <a:ext cx="2240280" cy="868680"/>
          </a:xfrm>
          <a:prstGeom prst="roundRect">
            <a:avLst/>
          </a:prstGeom>
          <a:solidFill>
            <a:srgbClr val="FAE6E4"/>
          </a:solidFill>
          <a:ln w="19050">
            <a:solidFill>
              <a:srgbClr val="972C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error</a:t>
            </a:r>
            <a:br/>
            <a:r>
              <a:t>message: Internal agent error.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2971800"/>
            <a:ext cx="2240280" cy="868680"/>
          </a:xfrm>
          <a:prstGeom prst="roundRect">
            <a:avLst/>
          </a:prstGeom>
          <a:solidFill>
            <a:srgbClr val="E2EFF8"/>
          </a:solidFill>
          <a:ln w="19050">
            <a:solidFill>
              <a:srgbClr val="1F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600" b="1">
                <a:solidFill>
                  <a:srgbClr val="163248"/>
                </a:solidFill>
                <a:latin typeface="Aptos"/>
              </a:rPr>
              <a:t>heartbeat</a:t>
            </a:r>
            <a:br/>
            <a:r>
              <a:t>task_id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72000"/>
            <a:ext cx="21945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63248"/>
                </a:solidFill>
                <a:latin typeface="Aptos"/>
              </a:rPr>
              <a:t>tests/test_api.py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937760"/>
            <a:ext cx="43434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17232B"/>
                </a:solidFill>
                <a:latin typeface="Aptos"/>
              </a:rPr>
              <a:t>test_query_stream_endpoint_returns_sse_events</a:t>
            </a:r>
            <a:br/>
            <a:r>
              <a:t>checks content type, status, Unicode JSON, chunks, and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89320" y="4572000"/>
            <a:ext cx="219456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900" b="1">
                <a:solidFill>
                  <a:srgbClr val="163248"/>
                </a:solidFill>
                <a:latin typeface="Aptos"/>
              </a:rPr>
              <a:t>tests/test_api.py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937760"/>
            <a:ext cx="45720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spAutoFit/>
          </a:bodyPr>
          <a:lstStyle/>
          <a:p>
            <a:pPr algn="l"/>
            <a:r>
              <a:rPr sz="1700" b="0">
                <a:solidFill>
                  <a:srgbClr val="17232B"/>
                </a:solidFill>
                <a:latin typeface="Aptos"/>
              </a:rPr>
              <a:t>test_query_stream_endpoint_queues_long_running_prompt</a:t>
            </a:r>
            <a:br/>
            <a:r>
              <a:t>checks queued/running progress and final task result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