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24128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Agent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8308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B8DBDA"/>
                </a:solidFill>
                <a:latin typeface="Aptos"/>
              </a:rPr>
              <a:t>Current implementation and API data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FastAPI agent service: RAG, memory, safety, model providers, SSE, and background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794760"/>
            <a:ext cx="2560320" cy="841248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 API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3794760"/>
            <a:ext cx="2560320" cy="841248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 response modes</a:t>
            </a:r>
            <a:br/>
            <a:r>
              <a:t>JSON and 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3408" y="3794760"/>
            <a:ext cx="2560320" cy="841248"/>
          </a:xfrm>
          <a:prstGeom prst="roundRect">
            <a:avLst/>
          </a:prstGeom>
          <a:solidFill>
            <a:srgbClr val="DFA430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23049"/>
                </a:solidFill>
                <a:latin typeface="Aptos"/>
              </a:rPr>
              <a:t>In-process task queue</a:t>
            </a:r>
            <a:br/>
            <a:r>
              <a:t>4 workers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89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B8DBDA"/>
                </a:solidFill>
                <a:latin typeface="Aptos"/>
              </a:rPr>
              <a:t>17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One FastAPI process exposes five routes and coordinates request-local agents with shared in-memory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463040" cy="109728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Clients</a:t>
            </a:r>
            <a:br/>
            <a:r>
              <a:t>HTTP JSON /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011680"/>
            <a:ext cx="1645920" cy="182880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FastAPI</a:t>
            </a:r>
            <a:br/>
            <a:r>
              <a:t>/health</a:t>
            </a:r>
            <a:br/>
            <a:r>
              <a:t>/query</a:t>
            </a:r>
            <a:br/>
            <a:r>
              <a:t>/query/stream</a:t>
            </a:r>
            <a:br/>
            <a:r>
              <a:t>/tasks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1783080" cy="137160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Request Agent</a:t>
            </a:r>
            <a:br/>
            <a:r>
              <a:t>safety + deterministic planner</a:t>
            </a:r>
            <a:br/>
            <a:r>
              <a:t>request-local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40280"/>
            <a:ext cx="1645920" cy="137160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Model Provider</a:t>
            </a:r>
            <a:br/>
            <a:r>
              <a:t>Moonshot / OpenAI</a:t>
            </a:r>
            <a:br/>
            <a:r>
              <a:t>local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240280"/>
            <a:ext cx="1965960" cy="137160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TaskQueue</a:t>
            </a:r>
            <a:br/>
            <a:r>
              <a:t>ThreadPoolExecutor</a:t>
            </a:r>
            <a:br/>
            <a:r>
              <a:t>process-local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926080"/>
            <a:ext cx="4114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39" y="2926080"/>
            <a:ext cx="457201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292608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77639" y="3429000"/>
            <a:ext cx="4800601" cy="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3200400"/>
            <a:ext cx="1965960" cy="384048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Long-running prompts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773168"/>
            <a:ext cx="1234440" cy="5943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Session</a:t>
            </a:r>
            <a:br/>
            <a:r>
              <a:t>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773168"/>
            <a:ext cx="1325880" cy="5943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Long-Term</a:t>
            </a:r>
            <a:br/>
            <a:r>
              <a:t>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773168"/>
            <a:ext cx="1234440" cy="5943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Retriever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773168"/>
            <a:ext cx="1234440" cy="59436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Response</a:t>
            </a:r>
            <a:br/>
            <a:r>
              <a:t>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773168"/>
            <a:ext cx="1234440" cy="5943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23049"/>
                </a:solidFill>
                <a:latin typeface="Aptos"/>
              </a:rPr>
              <a:t>Qdrant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39112" y="3611880"/>
            <a:ext cx="3282696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730752" y="3611880"/>
            <a:ext cx="1591056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21808" y="3611880"/>
            <a:ext cx="91440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21808" y="3611880"/>
            <a:ext cx="1737360" cy="1161288"/>
          </a:xfrm>
          <a:prstGeom prst="line">
            <a:avLst/>
          </a:prstGeom>
          <a:ln w="12700">
            <a:solidFill>
              <a:srgbClr val="73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5074920"/>
            <a:ext cx="2194560" cy="0"/>
          </a:xfrm>
          <a:prstGeom prst="line">
            <a:avLst/>
          </a:prstGeom>
          <a:ln w="1651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GET /health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Lightweight liveness check with no agent, model, memory, or task-queue dependency.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1417320" cy="82296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514600"/>
            <a:ext cx="1645920" cy="8229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23049"/>
                </a:solidFill>
                <a:latin typeface="Aptos"/>
              </a:rPr>
              <a:t>FastAPI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514600"/>
            <a:ext cx="1417320" cy="8229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049"/>
                </a:solidFill>
                <a:latin typeface="Aptos"/>
              </a:rPr>
              <a:t>health()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514600"/>
            <a:ext cx="1828800" cy="82296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200 JSON</a:t>
            </a:r>
            <a:br/>
            <a:r>
              <a:t>{ status: ok 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926080"/>
            <a:ext cx="6858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2926080"/>
            <a:ext cx="6858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926080"/>
            <a:ext cx="6858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480060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23049"/>
                </a:solidFill>
                <a:latin typeface="Aptos"/>
              </a:rPr>
              <a:t>Use for container and service availability checks. It only proves the API process can accept requests.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POST /query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Synchronous JSON path. Long-running prompts switch to asynchronous task admission after safety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POST prompt + session_id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validate and normalize prompt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80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50992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long-running heuristic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93992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18704" y="1554480"/>
            <a:ext cx="530352" cy="530352"/>
          </a:xfrm>
          <a:prstGeom prst="roundRect">
            <a:avLst/>
          </a:prstGeom>
          <a:solidFill>
            <a:srgbClr val="DFA430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5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deterministic plan / agent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61704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86416" y="1554480"/>
            <a:ext cx="530352" cy="530352"/>
          </a:xfrm>
          <a:prstGeom prst="roundRect">
            <a:avLst/>
          </a:prstGeom>
          <a:solidFill>
            <a:srgbClr val="DFA430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JSON response + usage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4937760" cy="100584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Foreground branch</a:t>
            </a:r>
            <a:br/>
            <a:r>
              <a:t>PlannerExecutor: tool steps or Agent.run</a:t>
            </a:r>
            <a:br/>
            <a:r>
              <a:t>-&gt; model/cache as needed -&gt; persist both memories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69080"/>
            <a:ext cx="4937760" cy="100584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Background branch</a:t>
            </a:r>
            <a:br/>
            <a:r>
              <a:t>TaskQueue.submit([prompt], session_id)</a:t>
            </a:r>
            <a:br/>
            <a:r>
              <a:t>-&gt; 202 { task_id, status: queued, execution_mode: background }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383280" y="3072384"/>
            <a:ext cx="1664208" cy="996696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47488" y="3072384"/>
            <a:ext cx="3730752" cy="996696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5623560"/>
            <a:ext cx="10241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3049"/>
                </a:solidFill>
                <a:latin typeface="Aptos"/>
              </a:rPr>
              <a:t>Errors: unsafe prompt -&gt; 400; provider failure -&gt; 502; unexpected failure -&gt; 500.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POST /query/stream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SSE path emits progress events while streaming model content or following a queued long-running prompt.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1554480" cy="91440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Client</a:t>
            </a:r>
            <a:br/>
            <a:r>
              <a:t>POST prompt + session_id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331720"/>
            <a:ext cx="1554480" cy="91440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event_stream()</a:t>
            </a:r>
            <a:br/>
            <a:r>
              <a:t>status: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1554480" cy="91440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Safety validate</a:t>
            </a:r>
            <a:br/>
            <a:r>
              <a:t>classify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00200"/>
            <a:ext cx="2057400" cy="91440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Foreground</a:t>
            </a:r>
            <a:br/>
            <a:r>
              <a:t>context + iter_model_stream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383280"/>
            <a:ext cx="2057400" cy="91440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Background</a:t>
            </a:r>
            <a:br/>
            <a:r>
              <a:t>submit + subscribe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31720"/>
            <a:ext cx="2011680" cy="91440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SSE response</a:t>
            </a:r>
            <a:br/>
            <a:r>
              <a:t>status | step | chunk | final</a:t>
            </a:r>
            <a:br/>
            <a:r>
              <a:t>error | heartbeat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278892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77639" y="2788920"/>
            <a:ext cx="457201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89320" y="2057400"/>
            <a:ext cx="457200" cy="576072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2944368"/>
            <a:ext cx="457200" cy="896112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20" y="2057400"/>
            <a:ext cx="640080" cy="59436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03920" y="2926080"/>
            <a:ext cx="640080" cy="91440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166360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Planner: executing_plan -&gt; one step event per action -&gt; final. Model path: retrieving_context -&gt; generating -&gt; chunk events -&gt; final.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Background: replay queued/running/progress events; a 15-second idle period emits heartbeat until completed or failed.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POST /tasks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Asynchronous batch admission. Each non-empty prompt is submitted independently to the in-process executor.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prompts[] + session_id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strip and remove blanks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80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50992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422 if batch is empty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93992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18704" y="1554480"/>
            <a:ext cx="530352" cy="530352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5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create UUID task_id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61704" y="1828800"/>
            <a:ext cx="45720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86416" y="1554480"/>
            <a:ext cx="530352" cy="530352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94560"/>
            <a:ext cx="17556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514600"/>
            <a:ext cx="175564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23049"/>
                </a:solidFill>
                <a:latin typeface="Aptos"/>
              </a:rPr>
              <a:t>202 queued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041648"/>
            <a:ext cx="4480560" cy="100584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TaskQueue state</a:t>
            </a:r>
            <a:br/>
            <a:r>
              <a:t>task_id, session_id, total, completed, results, error</a:t>
            </a:r>
            <a:br/>
            <a:r>
              <a:t>initial event: status = queued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041648"/>
            <a:ext cx="4480560" cy="100584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Executor behavior</a:t>
            </a:r>
            <a:br/>
            <a:r>
              <a:t>submit one worker future per prompt</a:t>
            </a:r>
            <a:br/>
            <a:r>
              <a:t>max workers: AGENT_TASK_WORKERS (default 4)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40680" y="4544568"/>
            <a:ext cx="1143000" cy="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5961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23049"/>
                </a:solidFill>
                <a:latin typeface="Aptos"/>
              </a:rPr>
              <a:t>The client receives task_id immediately; results are retrieved through GET /tasks/{task_id} or streamed via POST /query/stream.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Endpoint: GET /tasks/{task_id}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Polling path returns a snapshot of task progress and results, preserving the original prompt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1325880" cy="822960"/>
          </a:xfrm>
          <a:prstGeom prst="roundRect">
            <a:avLst/>
          </a:prstGeom>
          <a:solidFill>
            <a:srgbClr val="123049"/>
          </a:solidFill>
          <a:ln w="15240">
            <a:solidFill>
              <a:srgbClr val="123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514600"/>
            <a:ext cx="1828800" cy="822960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FastAPI</a:t>
            </a:r>
            <a:br/>
            <a:r>
              <a:t>task_status(task_id)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514600"/>
            <a:ext cx="1737360" cy="8229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TaskQueue.get</a:t>
            </a:r>
            <a:br/>
            <a:r>
              <a:t>lock +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514600"/>
            <a:ext cx="1325880" cy="822960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23049"/>
                </a:solidFill>
                <a:latin typeface="Aptos"/>
              </a:rPr>
              <a:t>Task found?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965960"/>
            <a:ext cx="1874519" cy="822960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200 task snapshot</a:t>
            </a:r>
            <a:br/>
            <a:r>
              <a:t>results sorted by input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3246120"/>
            <a:ext cx="1874519" cy="685800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3049"/>
                </a:solidFill>
                <a:latin typeface="Aptos"/>
              </a:rPr>
              <a:t>404</a:t>
            </a:r>
            <a:br/>
            <a:r>
              <a:t>Task not found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2926080"/>
            <a:ext cx="6400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926080"/>
            <a:ext cx="6400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2926080"/>
            <a:ext cx="64008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915400" y="2377440"/>
            <a:ext cx="640080" cy="36576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15400" y="3108960"/>
            <a:ext cx="640080" cy="457200"/>
          </a:xfrm>
          <a:prstGeom prst="line">
            <a:avLst/>
          </a:prstGeom>
          <a:ln w="20320">
            <a:solidFill>
              <a:srgbClr val="A63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23049"/>
                </a:solidFill>
                <a:latin typeface="Aptos"/>
              </a:rPr>
              <a:t>Snapshot fields: task_id, status, session_id, total, completed, results, and error. Internal result-index state is omitted.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1018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3049"/>
                </a:solidFill>
                <a:latin typeface="Aptos"/>
              </a:rPr>
              <a:t>Operational Design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949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303D"/>
                </a:solidFill>
                <a:latin typeface="Aptos"/>
              </a:rPr>
              <a:t>The present implementation is intentionally process-local; it supports concurrent work inside one FastAPI process.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18520" cy="32004"/>
          </a:xfrm>
          <a:prstGeom prst="rect">
            <a:avLst/>
          </a:prstGeom>
          <a:solidFill>
            <a:srgbClr val="12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6419088"/>
            <a:ext cx="3840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23049"/>
                </a:solidFill>
                <a:latin typeface="Aptos"/>
              </a:rPr>
              <a:t>Agent Starter |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411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123049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4937760" cy="594360"/>
          </a:xfrm>
          <a:prstGeom prst="roundRect">
            <a:avLst/>
          </a:prstGeom>
          <a:solidFill>
            <a:srgbClr val="12807D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Current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448056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303D"/>
                </a:solidFill>
                <a:latin typeface="Aptos"/>
              </a:rPr>
              <a:t>Request agents isolate mutable usage state.</a:t>
            </a:r>
            <a:br/>
            <a:r>
              <a:t>Memory and response cache use locks.</a:t>
            </a:r>
            <a:br/>
            <a:r>
              <a:t>TaskQueue retains tasks, event history, and subscribers in memory.</a:t>
            </a:r>
            <a:br/>
            <a:r>
              <a:t>Run Uvicorn with one worker for consistent task visibility.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72768"/>
            <a:ext cx="4937760" cy="594360"/>
          </a:xfrm>
          <a:prstGeom prst="roundRect">
            <a:avLst/>
          </a:prstGeom>
          <a:solidFill>
            <a:srgbClr val="A63D2D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Scale-out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23160"/>
            <a:ext cx="448056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303D"/>
                </a:solidFill>
                <a:latin typeface="Aptos"/>
              </a:rPr>
              <a:t>Replace the in-process queue with durable workers.</a:t>
            </a:r>
            <a:br/>
            <a:r>
              <a:t>Move task state, cache, and session state to shared services.</a:t>
            </a:r>
            <a:br/>
            <a:r>
              <a:t>Keep Qdrant as the shared retrieval dependency.</a:t>
            </a:r>
            <a:br/>
            <a:r>
              <a:t>Then add multiple API processes behind a load balancer.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257800"/>
            <a:ext cx="1828800" cy="566928"/>
          </a:xfrm>
          <a:prstGeom prst="roundRect">
            <a:avLst/>
          </a:prstGeom>
          <a:solidFill>
            <a:srgbClr val="E2EFF6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Single API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1828800" cy="566928"/>
          </a:xfrm>
          <a:prstGeom prst="roundRect">
            <a:avLst/>
          </a:prstGeom>
          <a:solidFill>
            <a:srgbClr val="FBF2D7"/>
          </a:solidFill>
          <a:ln w="15240">
            <a:solidFill>
              <a:srgbClr val="DF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Shared queue +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257800"/>
            <a:ext cx="1828800" cy="566928"/>
          </a:xfrm>
          <a:prstGeom prst="roundRect">
            <a:avLst/>
          </a:prstGeom>
          <a:solidFill>
            <a:srgbClr val="DCF2EE"/>
          </a:solidFill>
          <a:ln w="15240">
            <a:solidFill>
              <a:srgbClr val="12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Multiple API workers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5257800"/>
            <a:ext cx="1828800" cy="566928"/>
          </a:xfrm>
          <a:prstGeom prst="roundRect">
            <a:avLst/>
          </a:prstGeom>
          <a:solidFill>
            <a:srgbClr val="FBE7E1"/>
          </a:solidFill>
          <a:ln w="15240">
            <a:solidFill>
              <a:srgbClr val="A6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3049"/>
                </a:solidFill>
                <a:latin typeface="Aptos"/>
              </a:rPr>
              <a:t>Durable task workers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5541264"/>
            <a:ext cx="77724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32120" y="5541264"/>
            <a:ext cx="77724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38160" y="5541264"/>
            <a:ext cx="777240" cy="0"/>
          </a:xfrm>
          <a:prstGeom prst="line">
            <a:avLst/>
          </a:prstGeom>
          <a:ln w="20320">
            <a:solidFill>
              <a:srgbClr val="12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